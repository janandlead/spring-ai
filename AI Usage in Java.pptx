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0077-3397-B454-23B2-910FB1E7F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12674-7EB2-797E-7A35-65045382E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336F-8C64-06CD-FC49-D0DF3EA4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A8CE9-795B-0A56-B741-1DB7B63D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3E8D-CBA2-3591-90C4-9B77727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5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71B7-EBD5-F162-4D36-7EF9B5B4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8EE6-D96C-38DE-C705-293EA1C8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41BC-E620-371F-40D7-515460C1A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0F51B-36FD-96C1-C65B-6A679EEB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53AFE-73C5-7AF2-3723-723A5E09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78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82C3-0582-BB50-B0D8-412B06D4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39DC5-96F5-AA91-8CF5-04775D41A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F68DB-0050-1022-1BFB-9C765E7E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D695-496D-C133-549E-773DD1A8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9FF8-53A0-E7F6-3A60-6C43A748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8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F40A-8269-B047-A31D-281BAB04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3465-7ABC-A8A9-3D31-A9957E275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E368C-DD80-6809-C6B3-E2C58685E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4127A-8D3A-C728-905E-9419268B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7A066-E4D8-4E24-7B48-C5CA7BED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D5984-C512-1278-8FFB-D097CC4D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9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0E84-6C54-840D-6149-BBE49757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7F183-4AD7-728D-2713-C1374AFE4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94F54-8C1C-521A-A4EA-3C9BD72A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25196-BCF7-67E7-FDC3-44F4F73F5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1AD70-6FDE-1813-2758-9FF2D592F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A33CA-9DCC-E89D-19A2-11CF3808A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C3E9A-E2CE-5649-03BC-68891CA0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230A3-63E2-C0F7-E56A-E02E2170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5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A9AD-B586-8698-856A-F9B992EE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E13D8-F44B-6D9F-A15C-D068A38E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FF0C1-1D28-509D-517C-8742A33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08A56-C1DA-C583-B0EF-D281736F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4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EEE33-520C-19B8-CF16-6F93CD55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BB937-EA4A-DEBE-C2E2-51C340AE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C8102-73A3-D729-A09A-F9B07176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54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CF-2FD3-88C3-E59B-A0880939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6E43-5D38-597F-C2C7-5DD2418DA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F6729-8CE1-B159-666C-D211440B3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AF82C-F10D-E579-FFD4-861CBFCF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6573D-E46B-FF61-AFD8-FB24C5F9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F843F-6856-7384-12E4-17C3DFE6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2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1899-C6B6-04C9-8BC0-C70878D0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4C740-9682-98A9-179F-B3E6A6C22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BC487-85D3-74CD-C675-9CE80DA09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2851A-140D-9B60-7671-33F6C812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868D9-3572-72F9-CFED-8854AD6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98F2D-DD43-031E-44C8-35FCA83E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48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888E-F30A-1BB2-0800-F3AE0ACF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CE666-E748-794C-FE0E-2F29E0F72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20745-5738-A746-1828-ADC40D5D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4308-A9BC-1402-2397-4D6DE5BF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A53F6-9298-1345-08C5-05B9BD2D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06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E338C-EBD7-A85A-35EE-DBC6BF16A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D9133-7BF6-07D2-3B28-DAD2BA477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05338-98D1-2D73-C524-BAAE7329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DF3B2-56AF-D742-C0D6-BFE443BD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FAB2A-9AF9-E5E4-6B41-6ABF0BED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1FF1A-2602-BE1B-E47F-6F84E9ED0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A1610-4092-FD6A-E1E1-D0C667F8D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212B-A184-DE23-A3E8-6559F6AD4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58215-F508-483F-9722-60CB82930393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0A629-85F9-A641-6432-6FAB244DD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B8BC-D665-CD56-3060-A0137D974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2E4D1-AF22-43B5-BE39-1241141C6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12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246A3-F653-002B-2A88-37DAAE243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67" y="0"/>
            <a:ext cx="12251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84677-83FE-C220-7F9B-33F3888EA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2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FF9BD-4049-E6B7-4939-90FC522C4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7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Jangali</dc:creator>
  <cp:lastModifiedBy>Anand Jangali</cp:lastModifiedBy>
  <cp:revision>1</cp:revision>
  <dcterms:created xsi:type="dcterms:W3CDTF">2026-08-23T02:23:16Z</dcterms:created>
  <dcterms:modified xsi:type="dcterms:W3CDTF">2026-08-23T02:29:16Z</dcterms:modified>
</cp:coreProperties>
</file>