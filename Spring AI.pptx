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F104-4D07-93D4-3C29-FF77764E0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E682B-F746-5208-B97F-EF659BC7F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7F46-3467-3825-0506-1A157B26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EBECA-80D4-909D-3D4F-790ECC59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44815-1DB9-71A4-12E6-767A3468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6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8CC47-2886-4BE3-FE61-5D3AEB55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7A0A-E639-4B6B-F15C-24EE4413B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A3DF5-4EAC-BC8A-D158-C25E4B5C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D2DC4-D11B-A3E8-E230-57668188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9C78C-8ED7-5F88-06F7-00F3C8C7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2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CCF9-F9D3-E047-3EB5-B98DA075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655BC-77BA-ACC3-0573-2E65B6BD3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5E03-124F-93C3-7AAD-C966AF97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33B30-CFBA-A5E6-D95B-CD3913CF8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AB442-A1B6-BC79-F056-2D7BB608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2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D8EE-F0D1-B5DE-06DE-221CB91E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C5C8-561A-D457-B879-E769955A8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0E899-C585-BD81-A9A9-DCD54AEC1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10954-E304-20D9-C7B1-8C1C6E0E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04AB6-7019-EF43-2CB7-1B8C194BE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169DC-69AD-9895-B2B3-3EFDAF9D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49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1402-E97F-1BA4-C61E-D4472041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E42F2-A622-CDC6-0687-8BBE19B2A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86C12-B6EA-4BE1-C376-5E2C9C4CE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BF50E3-35C8-06F0-0B61-9D2D91B2E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E8BF9-5A13-2162-1D70-447C19CA6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B0E10-1237-E3EF-7C2E-6A6A4A47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2140C-E2C5-7E8E-C1B8-FD40ABDB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EB8CE9-CDB3-ECBC-ABA8-E74E1189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01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FA26-E3B6-B0D4-020A-836B7912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F601C-B9BE-B23A-34E4-F9168A5D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68941-5A80-6AB8-3BD5-DF86B27B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8103E-7CFB-89BB-2BBB-799040C0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79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BCE17-2ADD-30D5-8361-A01B5D87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2E69B-22B7-8E8A-3640-B8427138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F6712-02A1-C46D-C38B-07935158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95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EAC5-2BAA-FCE4-11C3-1A406F1D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48C3-0103-166C-496A-120882EB7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9F0A3-2E7E-006E-6EA4-B6F1DAB3F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07531-160A-5DD6-425F-2B9B8B45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6A6C-B090-D2DC-24AB-B25A63BA2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D5C8D-2D91-155D-D45A-CCC679C14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28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3455-5311-CC8F-CCC2-1B775AE3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9588D-89B9-A655-833A-82A7BA0C5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5DACF-A2FA-2E11-6F33-C9976213B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8E15B-7F11-315D-D481-30024336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1F9D5-B1AD-D2F0-CA45-3D17A6EE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F089F-B576-0B7A-9836-D238E1F9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69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8F9F-E86A-027D-395E-AE784EFD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A5C12-66D2-8FA1-838E-CD402EAE2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3300B-599E-62C1-1488-A7A87323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D403-7EC6-877D-DF19-CF8ED198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7A456-9A54-D153-C605-A3EF101B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67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577E0-3014-5391-C8E3-973C3CF6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0F05E-FBB8-35BF-BE39-EB95BA005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F32DF-9280-0B77-F6F2-3F184738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4A766-C80D-37DC-79B5-A21D80E6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A14F1-660A-FC61-A6CF-01B5A93B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00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D820B-DC06-89E6-0C93-00819385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0812-C055-B28A-7D1E-1682F3A23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DEC6-1DE9-E3BF-E878-5EFD79FF1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09C4E-7CC6-4181-9160-9F8B2AE80815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63E0D-DDD1-C8F2-9B2D-1D92E22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54D9-80D6-C3A6-2FB7-E17F5CF60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CC62E-7B1F-47CB-B6B0-1F7D2B8CB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59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11F93-DAEE-B5DE-E91B-2B44BB5BE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098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2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21371-FECB-17E4-8AFD-920CEB20B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022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6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49461-E910-AE9D-EADE-E5018A9C8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0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13680-F83D-8690-6CB3-2E097F900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7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F067A9-A126-14A9-29BE-E9E08B5DE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76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3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A73C6-C381-B154-872E-54BEF34E0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2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937FA-9FB9-EE08-9C23-1A984D741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3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Jangali</dc:creator>
  <cp:lastModifiedBy>Anand Jangali</cp:lastModifiedBy>
  <cp:revision>4</cp:revision>
  <dcterms:created xsi:type="dcterms:W3CDTF">2026-08-21T09:32:52Z</dcterms:created>
  <dcterms:modified xsi:type="dcterms:W3CDTF">2026-08-21T09:56:10Z</dcterms:modified>
</cp:coreProperties>
</file>